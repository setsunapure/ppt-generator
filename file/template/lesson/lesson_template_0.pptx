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nformance="transitional">
  <p:sldMasterIdLst>
    <p:sldMasterId id="2147483648" r:id="rId1"/>
    <p:sldMasterId id="2147483650" r:id="rId3"/>
  </p:sldMasterIdLst>
  <p:notesMasterIdLst>
    <p:notesMasterId r:id="rId7"/>
  </p:notesMasterIdLst>
  <p:handoutMasterIdLst>
    <p:handoutMasterId r:id="rId8"/>
  </p:handoutMasterIdLst>
  <p:sldIdLst>
    <p:sldId id="282" r:id="rId4"/>
    <p:sldId id="288" r:id="rId5"/>
    <p:sldId id="285" r:id="rId6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1" name="bing" initials="b" lastIdx="0" clrIdx="0"/>
  <p:cmAuthor id="2" name="作者" initials="A" lastIdx="0" clrIdx="1"/>
  <p:cmAuthor id="3" name="Administrator" initials="A" lastIdx="0" clrIdx="2"/>
  <p:cmAuthor id="4" name="王习习" initials="王" lastIdx="0" clrIdx="0"/>
  <p:cmAuthor id="6" name="40733" initials="4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F2"/>
    <a:srgbClr val="65AAFE"/>
    <a:srgbClr val="56A2FF"/>
    <a:srgbClr val="218EF2"/>
    <a:srgbClr val="CBB2F2"/>
    <a:srgbClr val="A1D2F9"/>
    <a:srgbClr val="29A2FF"/>
    <a:srgbClr val="003FC5"/>
    <a:srgbClr val="0049D1"/>
    <a:srgbClr val="299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d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9750" y="2067560"/>
            <a:ext cx="8217535" cy="1049020"/>
          </a:xfrm>
          <a:prstGeom prst="rect">
            <a:avLst/>
          </a:prstGeom>
        </p:spPr>
        <p:txBody>
          <a:bodyPr wrap="square" lIns="0" tIns="0" rIns="0" bIns="0" anchor="ctr">
            <a:scene3d>
              <a:camera prst="legacyObliqueTopLeft">
                <a:rot lat="0" lon="0" rev="0"/>
              </a:camera>
              <a:lightRig rig="legacyFlat1" dir="tl"/>
            </a:scene3d>
          </a:bodyPr>
          <a:p>
            <a:pPr algn="l">
              <a:lnSpc>
                <a:spcPct val="100000"/>
              </a:lnSpc>
            </a:pPr>
            <a:r>
              <a:rPr lang="zh-CN" altLang="en-US" sz="2800" b="1" kern="17900" spc="505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函数的概念及其表示</a:t>
            </a:r>
            <a:endParaRPr lang="zh-CN" altLang="en-US" sz="2800" b="1" kern="17900" spc="505"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9750" y="1564005"/>
            <a:ext cx="8055610" cy="586740"/>
          </a:xfrm>
          <a:prstGeom prst="rect">
            <a:avLst/>
          </a:prstGeom>
        </p:spPr>
        <p:txBody>
          <a:bodyPr wrap="square" lIns="0" tIns="0" rIns="0" bIns="0" anchor="ctr">
            <a:scene3d>
              <a:camera prst="legacyObliqueTopLeft">
                <a:rot lat="0" lon="0" rev="0"/>
              </a:camera>
              <a:lightRig rig="legacyFlat1" dir="tl"/>
            </a:scene3d>
          </a:bodyPr>
          <a:p>
            <a:pPr algn="l">
              <a:lnSpc>
                <a:spcPct val="100000"/>
              </a:lnSpc>
            </a:pPr>
            <a:r>
              <a:rPr lang="zh-CN" altLang="en-US" sz="2000" b="1" kern="100" spc="0">
                <a:solidFill>
                  <a:srgbClr val="008EF2"/>
                </a:solidFill>
                <a:latin typeface="微软雅黑" panose="020B0503020204020204" charset="-122"/>
                <a:ea typeface="微软雅黑" panose="020B0503020204020204" charset="-122"/>
              </a:rPr>
              <a:t>函数的概念与性质</a:t>
            </a:r>
            <a:endParaRPr lang="zh-CN" altLang="en-US" sz="2000" b="1" kern="100" spc="0">
              <a:solidFill>
                <a:srgbClr val="008E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-450"/>
            <a:ext cx="9144000" cy="5144400"/>
          </a:xfrm>
          <a:prstGeom prst="rect">
            <a:avLst/>
          </a:prstGeom>
          <a:gradFill>
            <a:gsLst>
              <a:gs pos="0">
                <a:srgbClr val="F2F5FA"/>
              </a:gs>
              <a:gs pos="100000">
                <a:srgbClr val="EAEFF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2"/>
          <p:cNvSpPr/>
          <p:nvPr/>
        </p:nvSpPr>
        <p:spPr>
          <a:xfrm>
            <a:off x="164465" y="111760"/>
            <a:ext cx="8963660" cy="50419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56A2FF">
                  <a:alpha val="20000"/>
                </a:srgbClr>
              </a:gs>
              <a:gs pos="0">
                <a:srgbClr val="56A2FF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831850" y="164465"/>
            <a:ext cx="4939665" cy="398780"/>
          </a:xfrm>
          <a:prstGeom prst="rect">
            <a:avLst/>
          </a:prstGeom>
        </p:spPr>
        <p:txBody>
          <a:bodyPr lIns="91415" tIns="45708" rIns="91415" bIns="45708">
            <a:noAutofit/>
          </a:bodyPr>
          <a:lstStyle>
            <a:lvl1pPr algn="ctr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00000"/>
              </a:lnSpc>
              <a:buClrTx/>
              <a:buSzTx/>
              <a:buFontTx/>
            </a:pPr>
            <a:r>
              <a:rPr lang="zh-CN" altLang="en-US" sz="2000" b="1" kern="100">
                <a:solidFill>
                  <a:srgbClr val="008E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标题</a:t>
            </a:r>
            <a:endParaRPr lang="zh-CN" altLang="en-US" sz="2000" b="1" kern="100">
              <a:solidFill>
                <a:srgbClr val="008EF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0210" y="257810"/>
            <a:ext cx="375920" cy="219710"/>
            <a:chOff x="486" y="441"/>
            <a:chExt cx="592" cy="346"/>
          </a:xfrm>
        </p:grpSpPr>
        <p:sp>
          <p:nvSpPr>
            <p:cNvPr id="3" name="矩形 2"/>
            <p:cNvSpPr/>
            <p:nvPr/>
          </p:nvSpPr>
          <p:spPr>
            <a:xfrm rot="2640000">
              <a:off x="486" y="441"/>
              <a:ext cx="346" cy="346"/>
            </a:xfrm>
            <a:prstGeom prst="rect">
              <a:avLst/>
            </a:prstGeom>
            <a:solidFill>
              <a:srgbClr val="56A2F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</a:t>
              </a:r>
              <a:endParaRPr lang="en-US" altLang="zh-CN"/>
            </a:p>
          </p:txBody>
        </p:sp>
        <p:sp>
          <p:nvSpPr>
            <p:cNvPr id="4" name="矩形 3"/>
            <p:cNvSpPr/>
            <p:nvPr/>
          </p:nvSpPr>
          <p:spPr>
            <a:xfrm rot="2640000">
              <a:off x="732" y="441"/>
              <a:ext cx="346" cy="346"/>
            </a:xfrm>
            <a:prstGeom prst="rect">
              <a:avLst/>
            </a:prstGeom>
            <a:solidFill>
              <a:srgbClr val="56A2FF">
                <a:alpha val="50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d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8" name="矩形: 圆角 2"/>
          <p:cNvSpPr/>
          <p:nvPr/>
        </p:nvSpPr>
        <p:spPr>
          <a:xfrm>
            <a:off x="395605" y="1707515"/>
            <a:ext cx="8653780" cy="108013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56A2FF">
                  <a:alpha val="20000"/>
                </a:srgbClr>
              </a:gs>
              <a:gs pos="0">
                <a:srgbClr val="56A2FF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539750" y="2028825"/>
            <a:ext cx="8330565" cy="374015"/>
          </a:xfrm>
          <a:prstGeom prst="rect">
            <a:avLst/>
          </a:prstGeom>
        </p:spPr>
        <p:txBody>
          <a:bodyPr lIns="91415" tIns="45708" rIns="91415" bIns="45708">
            <a:noAutofit/>
          </a:bodyPr>
          <a:lstStyle>
            <a:lvl1pPr algn="ctr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00000"/>
              </a:lnSpc>
              <a:buClrTx/>
              <a:buSzTx/>
              <a:buFontTx/>
            </a:pPr>
            <a:r>
              <a:rPr lang="zh-CN" altLang="en-US" b="1" kern="100">
                <a:solidFill>
                  <a:srgbClr val="008E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根据点在数轴上的位置判断正负和大小</a:t>
            </a:r>
            <a:endParaRPr lang="zh-CN" altLang="en-US" b="1" kern="100">
              <a:solidFill>
                <a:srgbClr val="008EF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WPS 演示</Application>
  <PresentationFormat/>
  <Paragraphs>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Calibri</vt:lpstr>
      <vt:lpstr>2_unioffice Theme</vt:lpstr>
      <vt:lpstr>1_unioffice Theme</vt:lpstr>
      <vt:lpstr>PowerPoint 演示文稿</vt:lpstr>
      <vt:lpstr>PowerPoint 演示文稿</vt:lpstr>
      <vt:lpstr>PowerPoint 演示文稿</vt:lpstr>
    </vt:vector>
  </TitlesOfParts>
  <Company>FoxyUtils ehf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繁</cp:lastModifiedBy>
  <cp:revision>58</cp:revision>
  <dcterms:created xsi:type="dcterms:W3CDTF">2025-08-07T06:55:00Z</dcterms:created>
  <dcterms:modified xsi:type="dcterms:W3CDTF">2026-06-16T05:29:35Z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68A4B58BCA5446F1B3804258F8EA63D1_13</vt:lpwstr>
  </property>
  <property fmtid="{D5CDD505-2E9C-101B-9397-08002B2CF9AE}" pid="3" name="KSOProductBuildVer">
    <vt:lpwstr>2052-12.1.0.26895</vt:lpwstr>
  </property>
</Properties>
</file>