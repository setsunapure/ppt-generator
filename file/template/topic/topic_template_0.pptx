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nformance="transitional">
  <p:sldMasterIdLst>
    <p:sldMasterId id="2147483648" r:id="rId1"/>
    <p:sldMasterId id="2147483654" r:id="rId3"/>
    <p:sldMasterId id="2147483656" r:id="rId4"/>
    <p:sldMasterId id="2147483658" r:id="rId5"/>
    <p:sldMasterId id="2147483664" r:id="rId6"/>
  </p:sldMasterIdLst>
  <p:notesMasterIdLst>
    <p:notesMasterId r:id="rId12"/>
  </p:notesMasterIdLst>
  <p:handoutMasterIdLst>
    <p:handoutMasterId r:id="rId13"/>
  </p:handoutMasterIdLst>
  <p:sldIdLst>
    <p:sldId id="282" r:id="rId7"/>
    <p:sldId id="284" r:id="rId8"/>
    <p:sldId id="286" r:id="rId9"/>
    <p:sldId id="287" r:id="rId10"/>
    <p:sldId id="285" r:id="rId11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0" clrIdx="0"/>
  <p:cmAuthor id="1" name="bing" initials="b" lastIdx="0" clrIdx="0"/>
  <p:cmAuthor id="2" name="作者" initials="A" lastIdx="0" clrIdx="1"/>
  <p:cmAuthor id="3" name="Administrator" initials="A" lastIdx="0" clrIdx="2"/>
  <p:cmAuthor id="4" name="王习习" initials="王" lastIdx="0" clrIdx="0"/>
  <p:cmAuthor id="6" name="40733" initials="4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EF2"/>
    <a:srgbClr val="65AAFE"/>
    <a:srgbClr val="56A2FF"/>
    <a:srgbClr val="218EF2"/>
    <a:srgbClr val="CBB2F2"/>
    <a:srgbClr val="A1D2F9"/>
    <a:srgbClr val="29A2FF"/>
    <a:srgbClr val="003FC5"/>
    <a:srgbClr val="0049D1"/>
    <a:srgbClr val="299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0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ds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39750" y="2067560"/>
            <a:ext cx="5811520" cy="1049020"/>
          </a:xfrm>
          <a:prstGeom prst="rect">
            <a:avLst/>
          </a:prstGeom>
        </p:spPr>
        <p:txBody>
          <a:bodyPr wrap="square" lIns="0" tIns="0" rIns="0" bIns="0" anchor="ctr">
            <a:scene3d>
              <a:camera prst="legacyObliqueTopLeft">
                <a:rot lat="0" lon="0" rev="0"/>
              </a:camera>
              <a:lightRig rig="legacyFlat1" dir="tl"/>
            </a:scene3d>
          </a:bodyPr>
          <a:p>
            <a:pPr algn="l">
              <a:lnSpc>
                <a:spcPct val="100000"/>
              </a:lnSpc>
            </a:pPr>
            <a:r>
              <a:rPr lang="zh-CN" altLang="en-US" sz="2800" b="1" kern="17900" spc="505"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函数的概念及其表示</a:t>
            </a:r>
            <a:endParaRPr lang="zh-CN" altLang="en-US" sz="2800" b="1" kern="17900" spc="505">
              <a:solidFill>
                <a:schemeClr val="tx1">
                  <a:lumMod val="85000"/>
                  <a:lumOff val="15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9750" y="1564005"/>
            <a:ext cx="3293110" cy="586740"/>
          </a:xfrm>
          <a:prstGeom prst="rect">
            <a:avLst/>
          </a:prstGeom>
        </p:spPr>
        <p:txBody>
          <a:bodyPr wrap="square" lIns="0" tIns="0" rIns="0" bIns="0" anchor="ctr">
            <a:scene3d>
              <a:camera prst="legacyObliqueTopLeft">
                <a:rot lat="0" lon="0" rev="0"/>
              </a:camera>
              <a:lightRig rig="legacyFlat1" dir="tl"/>
            </a:scene3d>
          </a:bodyPr>
          <a:p>
            <a:pPr algn="l">
              <a:lnSpc>
                <a:spcPct val="100000"/>
              </a:lnSpc>
            </a:pPr>
            <a:r>
              <a:rPr lang="zh-CN" altLang="en-US" sz="2000" b="1" kern="100" spc="0">
                <a:solidFill>
                  <a:srgbClr val="008EF2"/>
                </a:solidFill>
                <a:latin typeface="微软雅黑" panose="020B0503020204020204" charset="-122"/>
                <a:ea typeface="微软雅黑" panose="020B0503020204020204" charset="-122"/>
              </a:rPr>
              <a:t>函数的概念与性质</a:t>
            </a:r>
            <a:endParaRPr lang="zh-CN" altLang="en-US" sz="2000" b="1" kern="100" spc="0">
              <a:solidFill>
                <a:srgbClr val="008E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 descr="资源 1@2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988" y="195421"/>
            <a:ext cx="913924" cy="3005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Image 0" descr="https://kimi-img.moonshot.cn/pub/slides/slides_tmpl/image/25-06-01-00:34:21-d0tiv3c75iks2gau4so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5600" cy="5144400"/>
          </a:xfrm>
          <a:prstGeom prst="rect">
            <a:avLst/>
          </a:prstGeom>
        </p:spPr>
      </p:pic>
      <p:sp>
        <p:nvSpPr>
          <p:cNvPr id="17" name="矩形: 圆角 2"/>
          <p:cNvSpPr/>
          <p:nvPr/>
        </p:nvSpPr>
        <p:spPr>
          <a:xfrm>
            <a:off x="164465" y="111760"/>
            <a:ext cx="8963660" cy="50419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56A2FF">
                  <a:alpha val="20000"/>
                </a:srgbClr>
              </a:gs>
              <a:gs pos="0">
                <a:srgbClr val="56A2FF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831850" y="164465"/>
            <a:ext cx="4939665" cy="398780"/>
          </a:xfrm>
          <a:prstGeom prst="rect">
            <a:avLst/>
          </a:prstGeom>
        </p:spPr>
        <p:txBody>
          <a:bodyPr lIns="91415" tIns="45708" rIns="91415" bIns="45708">
            <a:noAutofit/>
          </a:bodyPr>
          <a:lstStyle>
            <a:lvl1pPr algn="ctr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100000"/>
              </a:lnSpc>
              <a:buClrTx/>
              <a:buSzTx/>
              <a:buFontTx/>
            </a:pPr>
            <a:r>
              <a:rPr lang="zh-CN" altLang="en-US" sz="2000" b="1" kern="100">
                <a:solidFill>
                  <a:srgbClr val="008EF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标题</a:t>
            </a:r>
            <a:endParaRPr lang="zh-CN" altLang="en-US" sz="2000" b="1" kern="100">
              <a:solidFill>
                <a:srgbClr val="008EF2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10210" y="257810"/>
            <a:ext cx="375920" cy="219710"/>
            <a:chOff x="486" y="441"/>
            <a:chExt cx="592" cy="346"/>
          </a:xfrm>
        </p:grpSpPr>
        <p:sp>
          <p:nvSpPr>
            <p:cNvPr id="20" name="矩形 19"/>
            <p:cNvSpPr/>
            <p:nvPr/>
          </p:nvSpPr>
          <p:spPr>
            <a:xfrm rot="2640000">
              <a:off x="486" y="441"/>
              <a:ext cx="346" cy="346"/>
            </a:xfrm>
            <a:prstGeom prst="rect">
              <a:avLst/>
            </a:prstGeom>
            <a:solidFill>
              <a:srgbClr val="56A2FF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        </a:t>
              </a:r>
              <a:endParaRPr lang="en-US" altLang="zh-CN"/>
            </a:p>
          </p:txBody>
        </p:sp>
        <p:sp>
          <p:nvSpPr>
            <p:cNvPr id="21" name="矩形 20"/>
            <p:cNvSpPr/>
            <p:nvPr/>
          </p:nvSpPr>
          <p:spPr>
            <a:xfrm rot="2640000">
              <a:off x="732" y="441"/>
              <a:ext cx="346" cy="346"/>
            </a:xfrm>
            <a:prstGeom prst="rect">
              <a:avLst/>
            </a:prstGeom>
            <a:solidFill>
              <a:srgbClr val="56A2FF">
                <a:alpha val="50000"/>
              </a:srgb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        </a:t>
              </a:r>
              <a:endParaRPr lang="en-US" altLang="zh-CN"/>
            </a:p>
          </p:txBody>
        </p:sp>
      </p:grpSp>
      <p:pic>
        <p:nvPicPr>
          <p:cNvPr id="31" name="图片 30" descr="资源 1@2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988" y="195421"/>
            <a:ext cx="913924" cy="3005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Image 0" descr="https://kimi-img.moonshot.cn/pub/slides/slides_tmpl/image/25-06-01-00:34:21-d0tiv3c75iks2gau4so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5600" cy="5144400"/>
          </a:xfrm>
          <a:prstGeom prst="rect">
            <a:avLst/>
          </a:prstGeom>
        </p:spPr>
      </p:pic>
      <p:sp>
        <p:nvSpPr>
          <p:cNvPr id="17" name="矩形: 圆角 2"/>
          <p:cNvSpPr/>
          <p:nvPr/>
        </p:nvSpPr>
        <p:spPr>
          <a:xfrm>
            <a:off x="164465" y="111760"/>
            <a:ext cx="8963660" cy="50419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56A2FF">
                  <a:alpha val="20000"/>
                </a:srgbClr>
              </a:gs>
              <a:gs pos="0">
                <a:srgbClr val="56A2FF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831850" y="164465"/>
            <a:ext cx="4939665" cy="398780"/>
          </a:xfrm>
          <a:prstGeom prst="rect">
            <a:avLst/>
          </a:prstGeom>
        </p:spPr>
        <p:txBody>
          <a:bodyPr lIns="91415" tIns="45708" rIns="91415" bIns="45708">
            <a:noAutofit/>
          </a:bodyPr>
          <a:lstStyle>
            <a:lvl1pPr algn="ctr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100000"/>
              </a:lnSpc>
              <a:buClrTx/>
              <a:buSzTx/>
              <a:buFontTx/>
            </a:pPr>
            <a:r>
              <a:rPr lang="zh-CN" altLang="en-US" sz="2000" b="1" kern="100">
                <a:solidFill>
                  <a:srgbClr val="008EF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标题</a:t>
            </a:r>
            <a:endParaRPr lang="zh-CN" altLang="en-US" sz="2000" b="1" kern="100">
              <a:solidFill>
                <a:srgbClr val="008EF2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10210" y="257810"/>
            <a:ext cx="375920" cy="219710"/>
            <a:chOff x="486" y="441"/>
            <a:chExt cx="592" cy="346"/>
          </a:xfrm>
        </p:grpSpPr>
        <p:sp>
          <p:nvSpPr>
            <p:cNvPr id="20" name="矩形 19"/>
            <p:cNvSpPr/>
            <p:nvPr/>
          </p:nvSpPr>
          <p:spPr>
            <a:xfrm rot="2640000">
              <a:off x="486" y="441"/>
              <a:ext cx="346" cy="346"/>
            </a:xfrm>
            <a:prstGeom prst="rect">
              <a:avLst/>
            </a:prstGeom>
            <a:solidFill>
              <a:srgbClr val="56A2FF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        </a:t>
              </a:r>
              <a:endParaRPr lang="en-US" altLang="zh-CN"/>
            </a:p>
          </p:txBody>
        </p:sp>
        <p:sp>
          <p:nvSpPr>
            <p:cNvPr id="21" name="矩形 20"/>
            <p:cNvSpPr/>
            <p:nvPr/>
          </p:nvSpPr>
          <p:spPr>
            <a:xfrm rot="2640000">
              <a:off x="732" y="441"/>
              <a:ext cx="346" cy="346"/>
            </a:xfrm>
            <a:prstGeom prst="rect">
              <a:avLst/>
            </a:prstGeom>
            <a:solidFill>
              <a:srgbClr val="56A2FF">
                <a:alpha val="50000"/>
              </a:srgb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        </a:t>
              </a:r>
              <a:endParaRPr lang="en-US" altLang="zh-CN"/>
            </a:p>
          </p:txBody>
        </p:sp>
      </p:grpSp>
      <p:pic>
        <p:nvPicPr>
          <p:cNvPr id="31" name="图片 30" descr="资源 1@2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988" y="195421"/>
            <a:ext cx="913924" cy="3005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Image 0" descr="https://kimi-img.moonshot.cn/pub/slides/slides_tmpl/image/25-06-01-00:34:21-d0tiv3c75iks2gau4so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5600" cy="5144400"/>
          </a:xfrm>
          <a:prstGeom prst="rect">
            <a:avLst/>
          </a:prstGeom>
        </p:spPr>
      </p:pic>
      <p:sp>
        <p:nvSpPr>
          <p:cNvPr id="17" name="矩形: 圆角 2"/>
          <p:cNvSpPr/>
          <p:nvPr/>
        </p:nvSpPr>
        <p:spPr>
          <a:xfrm>
            <a:off x="164465" y="111760"/>
            <a:ext cx="8963660" cy="50419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56A2FF">
                  <a:alpha val="20000"/>
                </a:srgbClr>
              </a:gs>
              <a:gs pos="0">
                <a:srgbClr val="56A2FF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831850" y="164465"/>
            <a:ext cx="4939665" cy="398780"/>
          </a:xfrm>
          <a:prstGeom prst="rect">
            <a:avLst/>
          </a:prstGeom>
        </p:spPr>
        <p:txBody>
          <a:bodyPr lIns="91415" tIns="45708" rIns="91415" bIns="45708">
            <a:noAutofit/>
          </a:bodyPr>
          <a:lstStyle>
            <a:lvl1pPr algn="ctr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100000"/>
              </a:lnSpc>
              <a:buClrTx/>
              <a:buSzTx/>
              <a:buFontTx/>
            </a:pPr>
            <a:r>
              <a:rPr lang="zh-CN" altLang="en-US" sz="2000" b="1" kern="100">
                <a:solidFill>
                  <a:srgbClr val="008EF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标题</a:t>
            </a:r>
            <a:endParaRPr lang="zh-CN" altLang="en-US" sz="2000" b="1" kern="100">
              <a:solidFill>
                <a:srgbClr val="008EF2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10210" y="257810"/>
            <a:ext cx="375920" cy="219710"/>
            <a:chOff x="486" y="441"/>
            <a:chExt cx="592" cy="346"/>
          </a:xfrm>
        </p:grpSpPr>
        <p:sp>
          <p:nvSpPr>
            <p:cNvPr id="20" name="矩形 19"/>
            <p:cNvSpPr/>
            <p:nvPr/>
          </p:nvSpPr>
          <p:spPr>
            <a:xfrm rot="2640000">
              <a:off x="486" y="441"/>
              <a:ext cx="346" cy="346"/>
            </a:xfrm>
            <a:prstGeom prst="rect">
              <a:avLst/>
            </a:prstGeom>
            <a:solidFill>
              <a:srgbClr val="56A2FF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        </a:t>
              </a:r>
              <a:endParaRPr lang="en-US" altLang="zh-CN"/>
            </a:p>
          </p:txBody>
        </p:sp>
        <p:sp>
          <p:nvSpPr>
            <p:cNvPr id="21" name="矩形 20"/>
            <p:cNvSpPr/>
            <p:nvPr/>
          </p:nvSpPr>
          <p:spPr>
            <a:xfrm rot="2640000">
              <a:off x="732" y="441"/>
              <a:ext cx="346" cy="346"/>
            </a:xfrm>
            <a:prstGeom prst="rect">
              <a:avLst/>
            </a:prstGeom>
            <a:solidFill>
              <a:srgbClr val="56A2FF">
                <a:alpha val="50000"/>
              </a:srgb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/>
                <a:t>        </a:t>
              </a:r>
              <a:endParaRPr lang="en-US" altLang="zh-CN"/>
            </a:p>
          </p:txBody>
        </p:sp>
      </p:grpSp>
      <p:pic>
        <p:nvPicPr>
          <p:cNvPr id="31" name="图片 30" descr="资源 1@2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988" y="195421"/>
            <a:ext cx="913924" cy="3005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ds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图片 5" descr="资源 1@2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988" y="195421"/>
            <a:ext cx="913924" cy="300514"/>
          </a:xfrm>
          <a:prstGeom prst="rect">
            <a:avLst/>
          </a:prstGeom>
        </p:spPr>
      </p:pic>
      <p:sp>
        <p:nvSpPr>
          <p:cNvPr id="38" name="矩形: 圆角 2"/>
          <p:cNvSpPr/>
          <p:nvPr/>
        </p:nvSpPr>
        <p:spPr>
          <a:xfrm>
            <a:off x="395605" y="1707515"/>
            <a:ext cx="8653780" cy="108013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rgbClr val="56A2FF">
                  <a:alpha val="20000"/>
                </a:srgbClr>
              </a:gs>
              <a:gs pos="0">
                <a:srgbClr val="56A2FF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539750" y="2028825"/>
            <a:ext cx="5682615" cy="374015"/>
          </a:xfrm>
          <a:prstGeom prst="rect">
            <a:avLst/>
          </a:prstGeom>
        </p:spPr>
        <p:txBody>
          <a:bodyPr lIns="91415" tIns="45708" rIns="91415" bIns="45708">
            <a:noAutofit/>
          </a:bodyPr>
          <a:lstStyle>
            <a:lvl1pPr algn="ctr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 defTabSz="914400">
              <a:lnSpc>
                <a:spcPct val="100000"/>
              </a:lnSpc>
              <a:buClrTx/>
              <a:buSzTx/>
              <a:buFontTx/>
            </a:pPr>
            <a:r>
              <a:rPr lang="zh-CN" altLang="en-US" b="1" kern="100">
                <a:solidFill>
                  <a:srgbClr val="008EF2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根据点在数轴上的位置判断正负和大小</a:t>
            </a:r>
            <a:endParaRPr lang="zh-CN" altLang="en-US" b="1" kern="100">
              <a:solidFill>
                <a:srgbClr val="008EF2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uni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uni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uni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uni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7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fillStyleLst>
      <a:lnStyleLst>
        <a:ln w="6350" cap="flat" cmpd="sng" algn="ctr"/>
        <a:ln w="12700" cap="flat" cmpd="sng" algn="ctr"/>
        <a:ln w="19050" cap="flat" cmpd="sng" algn="ctr"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/>
            </a:gs>
            <a:gs pos="50000">
              <a:schemeClr val="phClr"/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WPS 演示</Application>
  <PresentationFormat/>
  <Paragraphs>24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Arial Unicode MS</vt:lpstr>
      <vt:lpstr>Calibri</vt:lpstr>
      <vt:lpstr>unioffice Theme</vt:lpstr>
      <vt:lpstr>2_unioffice Theme</vt:lpstr>
      <vt:lpstr>1_unioffice Theme</vt:lpstr>
      <vt:lpstr>3_unioffice Theme</vt:lpstr>
      <vt:lpstr>4_unioffice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FoxyUtils ehf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繁</cp:lastModifiedBy>
  <cp:revision>41</cp:revision>
  <dcterms:created xsi:type="dcterms:W3CDTF">2025-08-07T06:55:00Z</dcterms:created>
  <dcterms:modified xsi:type="dcterms:W3CDTF">2025-08-27T12:23:15Z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68A4B58BCA5446F1B3804258F8EA63D1_13</vt:lpwstr>
  </property>
  <property fmtid="{D5CDD505-2E9C-101B-9397-08002B2CF9AE}" pid="3" name="KSOProductBuildVer">
    <vt:lpwstr>2052-12.1.0.22529</vt:lpwstr>
  </property>
</Properties>
</file>